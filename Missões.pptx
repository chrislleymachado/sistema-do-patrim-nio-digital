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Montaser Arabic" charset="1" panose="000005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8988" y="-3606689"/>
            <a:ext cx="19110961" cy="23888702"/>
          </a:xfrm>
          <a:custGeom>
            <a:avLst/>
            <a:gdLst/>
            <a:ahLst/>
            <a:cxnLst/>
            <a:rect r="r" b="b" t="t" l="l"/>
            <a:pathLst>
              <a:path h="23888702" w="19110961">
                <a:moveTo>
                  <a:pt x="0" y="0"/>
                </a:moveTo>
                <a:lnTo>
                  <a:pt x="19110961" y="0"/>
                </a:lnTo>
                <a:lnTo>
                  <a:pt x="19110961" y="23888702"/>
                </a:lnTo>
                <a:lnTo>
                  <a:pt x="0" y="2388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8988" y="-531274"/>
            <a:ext cx="19385435" cy="10926336"/>
          </a:xfrm>
          <a:custGeom>
            <a:avLst/>
            <a:gdLst/>
            <a:ahLst/>
            <a:cxnLst/>
            <a:rect r="r" b="b" t="t" l="l"/>
            <a:pathLst>
              <a:path h="10926336" w="19385435">
                <a:moveTo>
                  <a:pt x="0" y="0"/>
                </a:moveTo>
                <a:lnTo>
                  <a:pt x="19385436" y="0"/>
                </a:lnTo>
                <a:lnTo>
                  <a:pt x="19385436" y="10926336"/>
                </a:lnTo>
                <a:lnTo>
                  <a:pt x="0" y="109263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598988" y="6683599"/>
            <a:ext cx="13498312" cy="360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48"/>
              </a:lnSpc>
            </a:pPr>
            <a:r>
              <a:rPr lang="en-US" sz="25600" spc="-140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Missões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598988" y="5589544"/>
            <a:ext cx="7984831" cy="174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12443" spc="-68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Culto 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DAG8LYWfs28</dc:identifier>
  <dcterms:modified xsi:type="dcterms:W3CDTF">2011-08-01T06:04:30Z</dcterms:modified>
  <cp:revision>1</cp:revision>
  <dc:title>Cópia de Santa</dc:title>
</cp:coreProperties>
</file>